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1"/>
  </p:notesMasterIdLst>
  <p:sldIdLst>
    <p:sldId id="256" r:id="rId5"/>
    <p:sldId id="258" r:id="rId6"/>
    <p:sldId id="260" r:id="rId7"/>
    <p:sldId id="261" r:id="rId8"/>
    <p:sldId id="262" r:id="rId9"/>
    <p:sldId id="263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43A2CF-5944-6E2A-5B6E-1B3561A28EDF}" v="36" dt="2025-08-18T08:36:39.4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kel Nielsen" userId="aW2HQ6To3ciqmWI8c5Jh3u3ncVRoR3qWLpF5jm4dj10=" providerId="None" clId="Web-{8EDC1105-D1B3-43FE-A5C4-E54C4BA9185D}"/>
    <pc:docChg chg="modSld">
      <pc:chgData name="Mikkel Nielsen" userId="aW2HQ6To3ciqmWI8c5Jh3u3ncVRoR3qWLpF5jm4dj10=" providerId="None" clId="Web-{8EDC1105-D1B3-43FE-A5C4-E54C4BA9185D}" dt="2021-02-15T08:04:07.669" v="14"/>
      <pc:docMkLst>
        <pc:docMk/>
      </pc:docMkLst>
      <pc:sldChg chg="delSp modSp">
        <pc:chgData name="Mikkel Nielsen" userId="aW2HQ6To3ciqmWI8c5Jh3u3ncVRoR3qWLpF5jm4dj10=" providerId="None" clId="Web-{8EDC1105-D1B3-43FE-A5C4-E54C4BA9185D}" dt="2021-02-15T08:04:07.669" v="14"/>
        <pc:sldMkLst>
          <pc:docMk/>
          <pc:sldMk cId="0" sldId="261"/>
        </pc:sldMkLst>
        <pc:spChg chg="mod">
          <ac:chgData name="Mikkel Nielsen" userId="aW2HQ6To3ciqmWI8c5Jh3u3ncVRoR3qWLpF5jm4dj10=" providerId="None" clId="Web-{8EDC1105-D1B3-43FE-A5C4-E54C4BA9185D}" dt="2021-02-15T08:04:07.669" v="14"/>
          <ac:spMkLst>
            <pc:docMk/>
            <pc:sldMk cId="0" sldId="261"/>
            <ac:spMk id="100" creationId="{00000000-0000-0000-0000-000000000000}"/>
          </ac:spMkLst>
        </pc:spChg>
        <pc:spChg chg="del">
          <ac:chgData name="Mikkel Nielsen" userId="aW2HQ6To3ciqmWI8c5Jh3u3ncVRoR3qWLpF5jm4dj10=" providerId="None" clId="Web-{8EDC1105-D1B3-43FE-A5C4-E54C4BA9185D}" dt="2021-02-15T08:02:42.651" v="0"/>
          <ac:spMkLst>
            <pc:docMk/>
            <pc:sldMk cId="0" sldId="261"/>
            <ac:spMk id="101" creationId="{00000000-0000-0000-0000-000000000000}"/>
          </ac:spMkLst>
        </pc:spChg>
        <pc:spChg chg="mod">
          <ac:chgData name="Mikkel Nielsen" userId="aW2HQ6To3ciqmWI8c5Jh3u3ncVRoR3qWLpF5jm4dj10=" providerId="None" clId="Web-{8EDC1105-D1B3-43FE-A5C4-E54C4BA9185D}" dt="2021-02-15T08:03:33.855" v="13" actId="14100"/>
          <ac:spMkLst>
            <pc:docMk/>
            <pc:sldMk cId="0" sldId="261"/>
            <ac:spMk id="102" creationId="{00000000-0000-0000-0000-000000000000}"/>
          </ac:spMkLst>
        </pc:spChg>
        <pc:spChg chg="mod">
          <ac:chgData name="Mikkel Nielsen" userId="aW2HQ6To3ciqmWI8c5Jh3u3ncVRoR3qWLpF5jm4dj10=" providerId="None" clId="Web-{8EDC1105-D1B3-43FE-A5C4-E54C4BA9185D}" dt="2021-02-15T08:03:11.339" v="9" actId="14100"/>
          <ac:spMkLst>
            <pc:docMk/>
            <pc:sldMk cId="0" sldId="261"/>
            <ac:spMk id="105" creationId="{00000000-0000-0000-0000-000000000000}"/>
          </ac:spMkLst>
        </pc:spChg>
        <pc:spChg chg="del">
          <ac:chgData name="Mikkel Nielsen" userId="aW2HQ6To3ciqmWI8c5Jh3u3ncVRoR3qWLpF5jm4dj10=" providerId="None" clId="Web-{8EDC1105-D1B3-43FE-A5C4-E54C4BA9185D}" dt="2021-02-15T08:02:44.182" v="1"/>
          <ac:spMkLst>
            <pc:docMk/>
            <pc:sldMk cId="0" sldId="261"/>
            <ac:spMk id="106" creationId="{00000000-0000-0000-0000-000000000000}"/>
          </ac:spMkLst>
        </pc:spChg>
        <pc:spChg chg="mod">
          <ac:chgData name="Mikkel Nielsen" userId="aW2HQ6To3ciqmWI8c5Jh3u3ncVRoR3qWLpF5jm4dj10=" providerId="None" clId="Web-{8EDC1105-D1B3-43FE-A5C4-E54C4BA9185D}" dt="2021-02-15T08:03:28.824" v="12" actId="14100"/>
          <ac:spMkLst>
            <pc:docMk/>
            <pc:sldMk cId="0" sldId="261"/>
            <ac:spMk id="107" creationId="{00000000-0000-0000-0000-000000000000}"/>
          </ac:spMkLst>
        </pc:spChg>
        <pc:spChg chg="mod">
          <ac:chgData name="Mikkel Nielsen" userId="aW2HQ6To3ciqmWI8c5Jh3u3ncVRoR3qWLpF5jm4dj10=" providerId="None" clId="Web-{8EDC1105-D1B3-43FE-A5C4-E54C4BA9185D}" dt="2021-02-15T08:03:07.776" v="8" actId="14100"/>
          <ac:spMkLst>
            <pc:docMk/>
            <pc:sldMk cId="0" sldId="261"/>
            <ac:spMk id="108" creationId="{00000000-0000-0000-0000-000000000000}"/>
          </ac:spMkLst>
        </pc:spChg>
      </pc:sldChg>
    </pc:docChg>
  </pc:docChgLst>
  <pc:docChgLst>
    <pc:chgData name="Mikkel Nielsen" userId="aW2HQ6To3ciqmWI8c5Jh3u3ncVRoR3qWLpF5jm4dj10=" providerId="None" clId="Web-{FB99B805-734A-44D1-9221-8BE123722C39}"/>
    <pc:docChg chg="modSld">
      <pc:chgData name="Mikkel Nielsen" userId="aW2HQ6To3ciqmWI8c5Jh3u3ncVRoR3qWLpF5jm4dj10=" providerId="None" clId="Web-{FB99B805-734A-44D1-9221-8BE123722C39}" dt="2021-02-15T08:09:54.148" v="0" actId="14100"/>
      <pc:docMkLst>
        <pc:docMk/>
      </pc:docMkLst>
      <pc:sldChg chg="modSp">
        <pc:chgData name="Mikkel Nielsen" userId="aW2HQ6To3ciqmWI8c5Jh3u3ncVRoR3qWLpF5jm4dj10=" providerId="None" clId="Web-{FB99B805-734A-44D1-9221-8BE123722C39}" dt="2021-02-15T08:09:54.148" v="0" actId="14100"/>
        <pc:sldMkLst>
          <pc:docMk/>
          <pc:sldMk cId="3750913367" sldId="264"/>
        </pc:sldMkLst>
        <pc:spChg chg="mod">
          <ac:chgData name="Mikkel Nielsen" userId="aW2HQ6To3ciqmWI8c5Jh3u3ncVRoR3qWLpF5jm4dj10=" providerId="None" clId="Web-{FB99B805-734A-44D1-9221-8BE123722C39}" dt="2021-02-15T08:09:54.148" v="0" actId="14100"/>
          <ac:spMkLst>
            <pc:docMk/>
            <pc:sldMk cId="3750913367" sldId="264"/>
            <ac:spMk id="66" creationId="{00000000-0000-0000-0000-000000000000}"/>
          </ac:spMkLst>
        </pc:spChg>
      </pc:sldChg>
    </pc:docChg>
  </pc:docChgLst>
  <pc:docChgLst>
    <pc:chgData name="Mikkel Nielsen" userId="aW2HQ6To3ciqmWI8c5Jh3u3ncVRoR3qWLpF5jm4dj10=" providerId="None" clId="Web-{788782F3-8575-4A94-8B46-FBD09E4C4903}"/>
    <pc:docChg chg="modSld">
      <pc:chgData name="Mikkel Nielsen" userId="aW2HQ6To3ciqmWI8c5Jh3u3ncVRoR3qWLpF5jm4dj10=" providerId="None" clId="Web-{788782F3-8575-4A94-8B46-FBD09E4C4903}" dt="2021-02-15T08:06:48.011" v="7" actId="20577"/>
      <pc:docMkLst>
        <pc:docMk/>
      </pc:docMkLst>
      <pc:sldChg chg="modSp">
        <pc:chgData name="Mikkel Nielsen" userId="aW2HQ6To3ciqmWI8c5Jh3u3ncVRoR3qWLpF5jm4dj10=" providerId="None" clId="Web-{788782F3-8575-4A94-8B46-FBD09E4C4903}" dt="2021-02-15T08:06:48.011" v="7" actId="20577"/>
        <pc:sldMkLst>
          <pc:docMk/>
          <pc:sldMk cId="0" sldId="261"/>
        </pc:sldMkLst>
        <pc:spChg chg="mod">
          <ac:chgData name="Mikkel Nielsen" userId="aW2HQ6To3ciqmWI8c5Jh3u3ncVRoR3qWLpF5jm4dj10=" providerId="None" clId="Web-{788782F3-8575-4A94-8B46-FBD09E4C4903}" dt="2021-02-15T08:06:40.214" v="4" actId="20577"/>
          <ac:spMkLst>
            <pc:docMk/>
            <pc:sldMk cId="0" sldId="261"/>
            <ac:spMk id="102" creationId="{00000000-0000-0000-0000-000000000000}"/>
          </ac:spMkLst>
        </pc:spChg>
        <pc:spChg chg="mod">
          <ac:chgData name="Mikkel Nielsen" userId="aW2HQ6To3ciqmWI8c5Jh3u3ncVRoR3qWLpF5jm4dj10=" providerId="None" clId="Web-{788782F3-8575-4A94-8B46-FBD09E4C4903}" dt="2021-02-15T08:06:42.730" v="5" actId="20577"/>
          <ac:spMkLst>
            <pc:docMk/>
            <pc:sldMk cId="0" sldId="261"/>
            <ac:spMk id="105" creationId="{00000000-0000-0000-0000-000000000000}"/>
          </ac:spMkLst>
        </pc:spChg>
        <pc:spChg chg="mod">
          <ac:chgData name="Mikkel Nielsen" userId="aW2HQ6To3ciqmWI8c5Jh3u3ncVRoR3qWLpF5jm4dj10=" providerId="None" clId="Web-{788782F3-8575-4A94-8B46-FBD09E4C4903}" dt="2021-02-15T08:06:44.089" v="6" actId="20577"/>
          <ac:spMkLst>
            <pc:docMk/>
            <pc:sldMk cId="0" sldId="261"/>
            <ac:spMk id="107" creationId="{00000000-0000-0000-0000-000000000000}"/>
          </ac:spMkLst>
        </pc:spChg>
        <pc:spChg chg="mod">
          <ac:chgData name="Mikkel Nielsen" userId="aW2HQ6To3ciqmWI8c5Jh3u3ncVRoR3qWLpF5jm4dj10=" providerId="None" clId="Web-{788782F3-8575-4A94-8B46-FBD09E4C4903}" dt="2021-02-15T08:06:48.011" v="7" actId="20577"/>
          <ac:spMkLst>
            <pc:docMk/>
            <pc:sldMk cId="0" sldId="261"/>
            <ac:spMk id="108" creationId="{00000000-0000-0000-0000-000000000000}"/>
          </ac:spMkLst>
        </pc:spChg>
      </pc:sldChg>
    </pc:docChg>
  </pc:docChgLst>
  <pc:docChgLst>
    <pc:chgData name="Mikkel Nielsen" userId="aW2HQ6To3ciqmWI8c5Jh3u3ncVRoR3qWLpF5jm4dj10=" providerId="None" clId="Web-{F412D100-7D2C-4865-90C0-EAF900B18D1B}"/>
    <pc:docChg chg="modSld">
      <pc:chgData name="Mikkel Nielsen" userId="aW2HQ6To3ciqmWI8c5Jh3u3ncVRoR3qWLpF5jm4dj10=" providerId="None" clId="Web-{F412D100-7D2C-4865-90C0-EAF900B18D1B}" dt="2021-02-15T08:08:51.367" v="8" actId="20577"/>
      <pc:docMkLst>
        <pc:docMk/>
      </pc:docMkLst>
      <pc:sldChg chg="modSp">
        <pc:chgData name="Mikkel Nielsen" userId="aW2HQ6To3ciqmWI8c5Jh3u3ncVRoR3qWLpF5jm4dj10=" providerId="None" clId="Web-{F412D100-7D2C-4865-90C0-EAF900B18D1B}" dt="2021-02-15T08:08:51.367" v="8" actId="20577"/>
        <pc:sldMkLst>
          <pc:docMk/>
          <pc:sldMk cId="0" sldId="261"/>
        </pc:sldMkLst>
        <pc:spChg chg="mod">
          <ac:chgData name="Mikkel Nielsen" userId="aW2HQ6To3ciqmWI8c5Jh3u3ncVRoR3qWLpF5jm4dj10=" providerId="None" clId="Web-{F412D100-7D2C-4865-90C0-EAF900B18D1B}" dt="2021-02-15T08:08:43.977" v="5" actId="20577"/>
          <ac:spMkLst>
            <pc:docMk/>
            <pc:sldMk cId="0" sldId="261"/>
            <ac:spMk id="102" creationId="{00000000-0000-0000-0000-000000000000}"/>
          </ac:spMkLst>
        </pc:spChg>
        <pc:spChg chg="mod">
          <ac:chgData name="Mikkel Nielsen" userId="aW2HQ6To3ciqmWI8c5Jh3u3ncVRoR3qWLpF5jm4dj10=" providerId="None" clId="Web-{F412D100-7D2C-4865-90C0-EAF900B18D1B}" dt="2021-02-15T08:08:46.492" v="6" actId="20577"/>
          <ac:spMkLst>
            <pc:docMk/>
            <pc:sldMk cId="0" sldId="261"/>
            <ac:spMk id="105" creationId="{00000000-0000-0000-0000-000000000000}"/>
          </ac:spMkLst>
        </pc:spChg>
        <pc:spChg chg="mod">
          <ac:chgData name="Mikkel Nielsen" userId="aW2HQ6To3ciqmWI8c5Jh3u3ncVRoR3qWLpF5jm4dj10=" providerId="None" clId="Web-{F412D100-7D2C-4865-90C0-EAF900B18D1B}" dt="2021-02-15T08:08:47.555" v="7" actId="20577"/>
          <ac:spMkLst>
            <pc:docMk/>
            <pc:sldMk cId="0" sldId="261"/>
            <ac:spMk id="107" creationId="{00000000-0000-0000-0000-000000000000}"/>
          </ac:spMkLst>
        </pc:spChg>
        <pc:spChg chg="mod">
          <ac:chgData name="Mikkel Nielsen" userId="aW2HQ6To3ciqmWI8c5Jh3u3ncVRoR3qWLpF5jm4dj10=" providerId="None" clId="Web-{F412D100-7D2C-4865-90C0-EAF900B18D1B}" dt="2021-02-15T08:08:51.367" v="8" actId="20577"/>
          <ac:spMkLst>
            <pc:docMk/>
            <pc:sldMk cId="0" sldId="261"/>
            <ac:spMk id="108" creationId="{00000000-0000-0000-0000-000000000000}"/>
          </ac:spMkLst>
        </pc:spChg>
      </pc:sldChg>
    </pc:docChg>
  </pc:docChgLst>
  <pc:docChgLst>
    <pc:chgData name="Mikkel Sinius Nielsen" userId="S::mni@ek.dk::79a6d259-6bdd-424d-85a0-3d204e4e70fc" providerId="AD" clId="Web-{2E43A2CF-5944-6E2A-5B6E-1B3561A28EDF}"/>
    <pc:docChg chg="modSld">
      <pc:chgData name="Mikkel Sinius Nielsen" userId="S::mni@ek.dk::79a6d259-6bdd-424d-85a0-3d204e4e70fc" providerId="AD" clId="Web-{2E43A2CF-5944-6E2A-5B6E-1B3561A28EDF}" dt="2025-08-18T08:36:39.453" v="34" actId="20577"/>
      <pc:docMkLst>
        <pc:docMk/>
      </pc:docMkLst>
      <pc:sldChg chg="modSp">
        <pc:chgData name="Mikkel Sinius Nielsen" userId="S::mni@ek.dk::79a6d259-6bdd-424d-85a0-3d204e4e70fc" providerId="AD" clId="Web-{2E43A2CF-5944-6E2A-5B6E-1B3561A28EDF}" dt="2025-08-18T08:32:14.620" v="22" actId="20577"/>
        <pc:sldMkLst>
          <pc:docMk/>
          <pc:sldMk cId="0" sldId="258"/>
        </pc:sldMkLst>
        <pc:spChg chg="mod">
          <ac:chgData name="Mikkel Sinius Nielsen" userId="S::mni@ek.dk::79a6d259-6bdd-424d-85a0-3d204e4e70fc" providerId="AD" clId="Web-{2E43A2CF-5944-6E2A-5B6E-1B3561A28EDF}" dt="2025-08-18T08:29:57.969" v="10" actId="14100"/>
          <ac:spMkLst>
            <pc:docMk/>
            <pc:sldMk cId="0" sldId="258"/>
            <ac:spMk id="3" creationId="{DDEC9D0E-3174-0DB9-5558-A74C99709F29}"/>
          </ac:spMkLst>
        </pc:spChg>
        <pc:spChg chg="mod">
          <ac:chgData name="Mikkel Sinius Nielsen" userId="S::mni@ek.dk::79a6d259-6bdd-424d-85a0-3d204e4e70fc" providerId="AD" clId="Web-{2E43A2CF-5944-6E2A-5B6E-1B3561A28EDF}" dt="2025-08-18T08:32:06.713" v="16" actId="20577"/>
          <ac:spMkLst>
            <pc:docMk/>
            <pc:sldMk cId="0" sldId="258"/>
            <ac:spMk id="6" creationId="{F5FBDEAF-0870-8907-ABC2-92FFDB65B0B8}"/>
          </ac:spMkLst>
        </pc:spChg>
        <pc:spChg chg="mod">
          <ac:chgData name="Mikkel Sinius Nielsen" userId="S::mni@ek.dk::79a6d259-6bdd-424d-85a0-3d204e4e70fc" providerId="AD" clId="Web-{2E43A2CF-5944-6E2A-5B6E-1B3561A28EDF}" dt="2025-08-18T08:32:10.697" v="19" actId="20577"/>
          <ac:spMkLst>
            <pc:docMk/>
            <pc:sldMk cId="0" sldId="258"/>
            <ac:spMk id="7" creationId="{78AF545D-E3E5-090B-6100-16BAD3681B65}"/>
          </ac:spMkLst>
        </pc:spChg>
        <pc:spChg chg="mod">
          <ac:chgData name="Mikkel Sinius Nielsen" userId="S::mni@ek.dk::79a6d259-6bdd-424d-85a0-3d204e4e70fc" providerId="AD" clId="Web-{2E43A2CF-5944-6E2A-5B6E-1B3561A28EDF}" dt="2025-08-18T08:32:02.869" v="13" actId="20577"/>
          <ac:spMkLst>
            <pc:docMk/>
            <pc:sldMk cId="0" sldId="258"/>
            <ac:spMk id="11" creationId="{CDE369EE-5CBF-23E6-79DD-C5BAB25C1E34}"/>
          </ac:spMkLst>
        </pc:spChg>
        <pc:spChg chg="mod">
          <ac:chgData name="Mikkel Sinius Nielsen" userId="S::mni@ek.dk::79a6d259-6bdd-424d-85a0-3d204e4e70fc" providerId="AD" clId="Web-{2E43A2CF-5944-6E2A-5B6E-1B3561A28EDF}" dt="2025-08-18T08:32:14.620" v="22" actId="20577"/>
          <ac:spMkLst>
            <pc:docMk/>
            <pc:sldMk cId="0" sldId="258"/>
            <ac:spMk id="12" creationId="{B6A2D36E-5302-64BC-7524-79B9EE923818}"/>
          </ac:spMkLst>
        </pc:spChg>
      </pc:sldChg>
      <pc:sldChg chg="modSp">
        <pc:chgData name="Mikkel Sinius Nielsen" userId="S::mni@ek.dk::79a6d259-6bdd-424d-85a0-3d204e4e70fc" providerId="AD" clId="Web-{2E43A2CF-5944-6E2A-5B6E-1B3561A28EDF}" dt="2025-08-18T08:36:39.453" v="34" actId="20577"/>
        <pc:sldMkLst>
          <pc:docMk/>
          <pc:sldMk cId="0" sldId="260"/>
        </pc:sldMkLst>
        <pc:spChg chg="mod">
          <ac:chgData name="Mikkel Sinius Nielsen" userId="S::mni@ek.dk::79a6d259-6bdd-424d-85a0-3d204e4e70fc" providerId="AD" clId="Web-{2E43A2CF-5944-6E2A-5B6E-1B3561A28EDF}" dt="2025-08-18T08:36:35.812" v="33" actId="20577"/>
          <ac:spMkLst>
            <pc:docMk/>
            <pc:sldMk cId="0" sldId="260"/>
            <ac:spMk id="92" creationId="{00000000-0000-0000-0000-000000000000}"/>
          </ac:spMkLst>
        </pc:spChg>
        <pc:spChg chg="mod">
          <ac:chgData name="Mikkel Sinius Nielsen" userId="S::mni@ek.dk::79a6d259-6bdd-424d-85a0-3d204e4e70fc" providerId="AD" clId="Web-{2E43A2CF-5944-6E2A-5B6E-1B3561A28EDF}" dt="2025-08-18T08:36:39.453" v="34" actId="20577"/>
          <ac:spMkLst>
            <pc:docMk/>
            <pc:sldMk cId="0" sldId="260"/>
            <ac:spMk id="93" creationId="{00000000-0000-0000-0000-000000000000}"/>
          </ac:spMkLst>
        </pc:spChg>
      </pc:sldChg>
      <pc:sldChg chg="modSp">
        <pc:chgData name="Mikkel Sinius Nielsen" userId="S::mni@ek.dk::79a6d259-6bdd-424d-85a0-3d204e4e70fc" providerId="AD" clId="Web-{2E43A2CF-5944-6E2A-5B6E-1B3561A28EDF}" dt="2025-08-18T08:32:55.326" v="28" actId="20577"/>
        <pc:sldMkLst>
          <pc:docMk/>
          <pc:sldMk cId="0" sldId="261"/>
        </pc:sldMkLst>
        <pc:spChg chg="mod">
          <ac:chgData name="Mikkel Sinius Nielsen" userId="S::mni@ek.dk::79a6d259-6bdd-424d-85a0-3d204e4e70fc" providerId="AD" clId="Web-{2E43A2CF-5944-6E2A-5B6E-1B3561A28EDF}" dt="2025-08-18T08:27:17.770" v="9" actId="14100"/>
          <ac:spMkLst>
            <pc:docMk/>
            <pc:sldMk cId="0" sldId="261"/>
            <ac:spMk id="11" creationId="{2556C4FD-AC37-804C-B705-112D077AFE4B}"/>
          </ac:spMkLst>
        </pc:spChg>
        <pc:spChg chg="mod">
          <ac:chgData name="Mikkel Sinius Nielsen" userId="S::mni@ek.dk::79a6d259-6bdd-424d-85a0-3d204e4e70fc" providerId="AD" clId="Web-{2E43A2CF-5944-6E2A-5B6E-1B3561A28EDF}" dt="2025-08-18T08:32:55.326" v="28" actId="20577"/>
          <ac:spMkLst>
            <pc:docMk/>
            <pc:sldMk cId="0" sldId="261"/>
            <ac:spMk id="104" creationId="{00000000-0000-0000-0000-000000000000}"/>
          </ac:spMkLst>
        </pc:spChg>
        <pc:spChg chg="mod">
          <ac:chgData name="Mikkel Sinius Nielsen" userId="S::mni@ek.dk::79a6d259-6bdd-424d-85a0-3d204e4e70fc" providerId="AD" clId="Web-{2E43A2CF-5944-6E2A-5B6E-1B3561A28EDF}" dt="2025-08-18T08:27:07.128" v="7" actId="1076"/>
          <ac:spMkLst>
            <pc:docMk/>
            <pc:sldMk cId="0" sldId="261"/>
            <ac:spMk id="105" creationId="{00000000-0000-0000-0000-000000000000}"/>
          </ac:spMkLst>
        </pc:spChg>
        <pc:spChg chg="mod">
          <ac:chgData name="Mikkel Sinius Nielsen" userId="S::mni@ek.dk::79a6d259-6bdd-424d-85a0-3d204e4e70fc" providerId="AD" clId="Web-{2E43A2CF-5944-6E2A-5B6E-1B3561A28EDF}" dt="2025-08-18T08:27:03.753" v="6" actId="14100"/>
          <ac:spMkLst>
            <pc:docMk/>
            <pc:sldMk cId="0" sldId="261"/>
            <ac:spMk id="107" creationId="{00000000-0000-0000-0000-000000000000}"/>
          </ac:spMkLst>
        </pc:spChg>
      </pc:sldChg>
      <pc:sldChg chg="modSp">
        <pc:chgData name="Mikkel Sinius Nielsen" userId="S::mni@ek.dk::79a6d259-6bdd-424d-85a0-3d204e4e70fc" providerId="AD" clId="Web-{2E43A2CF-5944-6E2A-5B6E-1B3561A28EDF}" dt="2025-08-18T08:33:52.034" v="32" actId="20577"/>
        <pc:sldMkLst>
          <pc:docMk/>
          <pc:sldMk cId="0" sldId="262"/>
        </pc:sldMkLst>
        <pc:spChg chg="mod">
          <ac:chgData name="Mikkel Sinius Nielsen" userId="S::mni@ek.dk::79a6d259-6bdd-424d-85a0-3d204e4e70fc" providerId="AD" clId="Web-{2E43A2CF-5944-6E2A-5B6E-1B3561A28EDF}" dt="2025-08-18T08:33:37.173" v="30" actId="20577"/>
          <ac:spMkLst>
            <pc:docMk/>
            <pc:sldMk cId="0" sldId="262"/>
            <ac:spMk id="4" creationId="{FDC6D493-DEAB-4E4E-C907-213F00CD2CFF}"/>
          </ac:spMkLst>
        </pc:spChg>
        <pc:spChg chg="mod">
          <ac:chgData name="Mikkel Sinius Nielsen" userId="S::mni@ek.dk::79a6d259-6bdd-424d-85a0-3d204e4e70fc" providerId="AD" clId="Web-{2E43A2CF-5944-6E2A-5B6E-1B3561A28EDF}" dt="2025-08-18T08:33:47.736" v="31" actId="20577"/>
          <ac:spMkLst>
            <pc:docMk/>
            <pc:sldMk cId="0" sldId="262"/>
            <ac:spMk id="7" creationId="{71813DFE-1731-4DA3-767A-B0808D71D98F}"/>
          </ac:spMkLst>
        </pc:spChg>
        <pc:spChg chg="mod">
          <ac:chgData name="Mikkel Sinius Nielsen" userId="S::mni@ek.dk::79a6d259-6bdd-424d-85a0-3d204e4e70fc" providerId="AD" clId="Web-{2E43A2CF-5944-6E2A-5B6E-1B3561A28EDF}" dt="2025-08-18T08:33:52.034" v="32" actId="20577"/>
          <ac:spMkLst>
            <pc:docMk/>
            <pc:sldMk cId="0" sldId="262"/>
            <ac:spMk id="8" creationId="{588132D7-2FD4-0DF1-A59D-3693E704DC8E}"/>
          </ac:spMkLst>
        </pc:spChg>
      </pc:sldChg>
      <pc:sldChg chg="modSp">
        <pc:chgData name="Mikkel Sinius Nielsen" userId="S::mni@ek.dk::79a6d259-6bdd-424d-85a0-3d204e4e70fc" providerId="AD" clId="Web-{2E43A2CF-5944-6E2A-5B6E-1B3561A28EDF}" dt="2025-08-18T08:32:51.451" v="25" actId="20577"/>
        <pc:sldMkLst>
          <pc:docMk/>
          <pc:sldMk cId="0" sldId="263"/>
        </pc:sldMkLst>
        <pc:spChg chg="mod">
          <ac:chgData name="Mikkel Sinius Nielsen" userId="S::mni@ek.dk::79a6d259-6bdd-424d-85a0-3d204e4e70fc" providerId="AD" clId="Web-{2E43A2CF-5944-6E2A-5B6E-1B3561A28EDF}" dt="2025-08-18T08:32:51.451" v="25" actId="20577"/>
          <ac:spMkLst>
            <pc:docMk/>
            <pc:sldMk cId="0" sldId="263"/>
            <ac:spMk id="4" creationId="{DEAEF61E-4089-6019-95C4-1BB17F20FA4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f19337d2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f19337d2b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921e2892e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921e2892ea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f19337d2b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f19337d2b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f19337d2b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f19337d2b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f19337d2b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f19337d2b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Layoutdiagram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" y="3254375"/>
            <a:ext cx="6743700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felt 1">
            <a:extLst>
              <a:ext uri="{FF2B5EF4-FFF2-40B4-BE49-F238E27FC236}">
                <a16:creationId xmlns:a16="http://schemas.microsoft.com/office/drawing/2014/main" id="{BD7622B8-6F27-7845-959B-111E2454286C}"/>
              </a:ext>
            </a:extLst>
          </p:cNvPr>
          <p:cNvSpPr txBox="1"/>
          <p:nvPr/>
        </p:nvSpPr>
        <p:spPr>
          <a:xfrm>
            <a:off x="0" y="0"/>
            <a:ext cx="1845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err="1"/>
              <a:t>index.html</a:t>
            </a:r>
            <a:endParaRPr lang="da-DK"/>
          </a:p>
        </p:txBody>
      </p:sp>
      <p:sp>
        <p:nvSpPr>
          <p:cNvPr id="3" name="Google Shape;80;p16">
            <a:extLst>
              <a:ext uri="{FF2B5EF4-FFF2-40B4-BE49-F238E27FC236}">
                <a16:creationId xmlns:a16="http://schemas.microsoft.com/office/drawing/2014/main" id="{DDEC9D0E-3174-0DB9-5558-A74C99709F29}"/>
              </a:ext>
            </a:extLst>
          </p:cNvPr>
          <p:cNvSpPr/>
          <p:nvPr/>
        </p:nvSpPr>
        <p:spPr>
          <a:xfrm>
            <a:off x="426525" y="483600"/>
            <a:ext cx="8301096" cy="453247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main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81;p16">
            <a:extLst>
              <a:ext uri="{FF2B5EF4-FFF2-40B4-BE49-F238E27FC236}">
                <a16:creationId xmlns:a16="http://schemas.microsoft.com/office/drawing/2014/main" id="{56E2A54B-E509-3DC6-A1CD-F631A59E9194}"/>
              </a:ext>
            </a:extLst>
          </p:cNvPr>
          <p:cNvSpPr/>
          <p:nvPr/>
        </p:nvSpPr>
        <p:spPr>
          <a:xfrm>
            <a:off x="541275" y="810278"/>
            <a:ext cx="8077508" cy="32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82;p16">
            <a:extLst>
              <a:ext uri="{FF2B5EF4-FFF2-40B4-BE49-F238E27FC236}">
                <a16:creationId xmlns:a16="http://schemas.microsoft.com/office/drawing/2014/main" id="{8CB03E74-B9FE-F0C3-5707-CB559D67B1BD}"/>
              </a:ext>
            </a:extLst>
          </p:cNvPr>
          <p:cNvSpPr/>
          <p:nvPr/>
        </p:nvSpPr>
        <p:spPr>
          <a:xfrm>
            <a:off x="541275" y="1266510"/>
            <a:ext cx="8077508" cy="169100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section.</a:t>
            </a:r>
            <a:r>
              <a:rPr lang="da-DK"/>
              <a:t>grid_2-1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83;p16">
            <a:extLst>
              <a:ext uri="{FF2B5EF4-FFF2-40B4-BE49-F238E27FC236}">
                <a16:creationId xmlns:a16="http://schemas.microsoft.com/office/drawing/2014/main" id="{F5FBDEAF-0870-8907-ABC2-92FFDB65B0B8}"/>
              </a:ext>
            </a:extLst>
          </p:cNvPr>
          <p:cNvSpPr/>
          <p:nvPr/>
        </p:nvSpPr>
        <p:spPr>
          <a:xfrm>
            <a:off x="6225871" y="1625350"/>
            <a:ext cx="2313539" cy="1167856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</p:txBody>
      </p:sp>
      <p:sp>
        <p:nvSpPr>
          <p:cNvPr id="7" name="Google Shape;84;p16">
            <a:extLst>
              <a:ext uri="{FF2B5EF4-FFF2-40B4-BE49-F238E27FC236}">
                <a16:creationId xmlns:a16="http://schemas.microsoft.com/office/drawing/2014/main" id="{78AF545D-E3E5-090B-6100-16BAD3681B65}"/>
              </a:ext>
            </a:extLst>
          </p:cNvPr>
          <p:cNvSpPr/>
          <p:nvPr/>
        </p:nvSpPr>
        <p:spPr>
          <a:xfrm>
            <a:off x="716099" y="1625350"/>
            <a:ext cx="5310989" cy="1167856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</p:txBody>
      </p:sp>
      <p:sp>
        <p:nvSpPr>
          <p:cNvPr id="10" name="Google Shape;82;p16">
            <a:extLst>
              <a:ext uri="{FF2B5EF4-FFF2-40B4-BE49-F238E27FC236}">
                <a16:creationId xmlns:a16="http://schemas.microsoft.com/office/drawing/2014/main" id="{A042E68B-345D-D741-3FC1-2A4CB4D15E21}"/>
              </a:ext>
            </a:extLst>
          </p:cNvPr>
          <p:cNvSpPr/>
          <p:nvPr/>
        </p:nvSpPr>
        <p:spPr>
          <a:xfrm>
            <a:off x="541275" y="3123496"/>
            <a:ext cx="8077508" cy="169100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section.</a:t>
            </a:r>
            <a:r>
              <a:rPr lang="da-DK"/>
              <a:t>grid_1-1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83;p16">
            <a:extLst>
              <a:ext uri="{FF2B5EF4-FFF2-40B4-BE49-F238E27FC236}">
                <a16:creationId xmlns:a16="http://schemas.microsoft.com/office/drawing/2014/main" id="{CDE369EE-5CBF-23E6-79DD-C5BAB25C1E34}"/>
              </a:ext>
            </a:extLst>
          </p:cNvPr>
          <p:cNvSpPr/>
          <p:nvPr/>
        </p:nvSpPr>
        <p:spPr>
          <a:xfrm>
            <a:off x="4639669" y="3482336"/>
            <a:ext cx="3899742" cy="1167856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.order</a:t>
            </a:r>
            <a:endParaRPr/>
          </a:p>
        </p:txBody>
      </p:sp>
      <p:sp>
        <p:nvSpPr>
          <p:cNvPr id="12" name="Google Shape;84;p16">
            <a:extLst>
              <a:ext uri="{FF2B5EF4-FFF2-40B4-BE49-F238E27FC236}">
                <a16:creationId xmlns:a16="http://schemas.microsoft.com/office/drawing/2014/main" id="{B6A2D36E-5302-64BC-7524-79B9EE923818}"/>
              </a:ext>
            </a:extLst>
          </p:cNvPr>
          <p:cNvSpPr/>
          <p:nvPr/>
        </p:nvSpPr>
        <p:spPr>
          <a:xfrm>
            <a:off x="716099" y="3482336"/>
            <a:ext cx="3748745" cy="1167856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</p:txBody>
      </p:sp>
      <p:sp>
        <p:nvSpPr>
          <p:cNvPr id="8" name="Google Shape;82;p16">
            <a:extLst>
              <a:ext uri="{FF2B5EF4-FFF2-40B4-BE49-F238E27FC236}">
                <a16:creationId xmlns:a16="http://schemas.microsoft.com/office/drawing/2014/main" id="{0D0FA952-3D27-5E12-7542-62893E211028}"/>
              </a:ext>
            </a:extLst>
          </p:cNvPr>
          <p:cNvSpPr/>
          <p:nvPr/>
        </p:nvSpPr>
        <p:spPr>
          <a:xfrm>
            <a:off x="808968" y="3876989"/>
            <a:ext cx="3527288" cy="60928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dl.</a:t>
            </a:r>
            <a:r>
              <a:rPr lang="da-DK"/>
              <a:t>grid_1-1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/>
        </p:nvSpPr>
        <p:spPr>
          <a:xfrm>
            <a:off x="426525" y="483600"/>
            <a:ext cx="8301096" cy="305153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main</a:t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541275" y="810278"/>
            <a:ext cx="8077508" cy="32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-DK">
                <a:solidFill>
                  <a:schemeClr val="dk1"/>
                </a:solidFill>
              </a:rPr>
              <a:t>h1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541275" y="1266510"/>
            <a:ext cx="8077508" cy="2056354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.</a:t>
            </a:r>
            <a:r>
              <a:rPr lang="da-DK"/>
              <a:t>grid_1-1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4675783" y="1698826"/>
            <a:ext cx="3733435" cy="14616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</p:txBody>
      </p:sp>
      <p:sp>
        <p:nvSpPr>
          <p:cNvPr id="93" name="Google Shape;93;p17"/>
          <p:cNvSpPr/>
          <p:nvPr/>
        </p:nvSpPr>
        <p:spPr>
          <a:xfrm>
            <a:off x="716100" y="1698826"/>
            <a:ext cx="3733436" cy="14616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207D8639-5BC3-7B44-A810-1B5076764F99}"/>
              </a:ext>
            </a:extLst>
          </p:cNvPr>
          <p:cNvSpPr txBox="1"/>
          <p:nvPr/>
        </p:nvSpPr>
        <p:spPr>
          <a:xfrm>
            <a:off x="0" y="0"/>
            <a:ext cx="1845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err="1"/>
              <a:t>min_computer.html</a:t>
            </a:r>
            <a:endParaRPr lang="da-DK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/>
          <p:nvPr/>
        </p:nvSpPr>
        <p:spPr>
          <a:xfrm>
            <a:off x="426525" y="559799"/>
            <a:ext cx="8301096" cy="430611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</a:t>
            </a:r>
            <a:endParaRPr/>
          </a:p>
        </p:txBody>
      </p:sp>
      <p:sp>
        <p:nvSpPr>
          <p:cNvPr id="99" name="Google Shape;99;p18"/>
          <p:cNvSpPr/>
          <p:nvPr/>
        </p:nvSpPr>
        <p:spPr>
          <a:xfrm>
            <a:off x="541275" y="1423047"/>
            <a:ext cx="8077508" cy="3181607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.</a:t>
            </a:r>
            <a:r>
              <a:rPr lang="da-DK"/>
              <a:t>grid_5-3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885824" y="1900238"/>
            <a:ext cx="5407819" cy="1149818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.grid_2-3</a:t>
            </a:r>
            <a:endParaRPr/>
          </a:p>
        </p:txBody>
      </p:sp>
      <p:sp>
        <p:nvSpPr>
          <p:cNvPr id="102" name="Google Shape;102;p18"/>
          <p:cNvSpPr/>
          <p:nvPr/>
        </p:nvSpPr>
        <p:spPr>
          <a:xfrm>
            <a:off x="1000125" y="2218874"/>
            <a:ext cx="1808389" cy="67128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8"/>
          <p:cNvSpPr/>
          <p:nvPr/>
        </p:nvSpPr>
        <p:spPr>
          <a:xfrm>
            <a:off x="541275" y="959956"/>
            <a:ext cx="8077508" cy="32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8"/>
          <p:cNvSpPr/>
          <p:nvPr/>
        </p:nvSpPr>
        <p:spPr>
          <a:xfrm>
            <a:off x="6597025" y="1792171"/>
            <a:ext cx="1843725" cy="2614313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</p:txBody>
      </p:sp>
      <p:sp>
        <p:nvSpPr>
          <p:cNvPr id="105" name="Google Shape;105;p18"/>
          <p:cNvSpPr/>
          <p:nvPr/>
        </p:nvSpPr>
        <p:spPr>
          <a:xfrm>
            <a:off x="2971755" y="2238181"/>
            <a:ext cx="3220459" cy="67128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8"/>
          <p:cNvSpPr/>
          <p:nvPr/>
        </p:nvSpPr>
        <p:spPr>
          <a:xfrm>
            <a:off x="1000125" y="3645918"/>
            <a:ext cx="1828324" cy="61502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02;p18">
            <a:extLst>
              <a:ext uri="{FF2B5EF4-FFF2-40B4-BE49-F238E27FC236}">
                <a16:creationId xmlns:a16="http://schemas.microsoft.com/office/drawing/2014/main" id="{2556C4FD-AC37-804C-B705-112D077AFE4B}"/>
              </a:ext>
            </a:extLst>
          </p:cNvPr>
          <p:cNvSpPr/>
          <p:nvPr/>
        </p:nvSpPr>
        <p:spPr>
          <a:xfrm>
            <a:off x="2972381" y="3645919"/>
            <a:ext cx="3204386" cy="61502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.order</a:t>
            </a:r>
            <a:endParaRPr lang="da-DK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00;p18">
            <a:extLst>
              <a:ext uri="{FF2B5EF4-FFF2-40B4-BE49-F238E27FC236}">
                <a16:creationId xmlns:a16="http://schemas.microsoft.com/office/drawing/2014/main" id="{B0D3690E-7349-E54D-9765-65B6A45483DD}"/>
              </a:ext>
            </a:extLst>
          </p:cNvPr>
          <p:cNvSpPr/>
          <p:nvPr/>
        </p:nvSpPr>
        <p:spPr>
          <a:xfrm>
            <a:off x="885824" y="3181233"/>
            <a:ext cx="5407820" cy="1225252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.grid_3-2</a:t>
            </a:r>
            <a:endParaRPr/>
          </a:p>
        </p:txBody>
      </p:sp>
      <p:sp>
        <p:nvSpPr>
          <p:cNvPr id="13" name="Tekstfelt 12">
            <a:extLst>
              <a:ext uri="{FF2B5EF4-FFF2-40B4-BE49-F238E27FC236}">
                <a16:creationId xmlns:a16="http://schemas.microsoft.com/office/drawing/2014/main" id="{C79CD94A-A778-0746-86EB-7C320E6DBC1B}"/>
              </a:ext>
            </a:extLst>
          </p:cNvPr>
          <p:cNvSpPr txBox="1"/>
          <p:nvPr/>
        </p:nvSpPr>
        <p:spPr>
          <a:xfrm>
            <a:off x="0" y="0"/>
            <a:ext cx="2592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err="1"/>
              <a:t>operativsystemer.html</a:t>
            </a:r>
            <a:endParaRPr lang="da-DK"/>
          </a:p>
        </p:txBody>
      </p:sp>
      <p:sp>
        <p:nvSpPr>
          <p:cNvPr id="2" name="Google Shape;93;p17">
            <a:extLst>
              <a:ext uri="{FF2B5EF4-FFF2-40B4-BE49-F238E27FC236}">
                <a16:creationId xmlns:a16="http://schemas.microsoft.com/office/drawing/2014/main" id="{2621473F-5464-144E-6C8A-078429495560}"/>
              </a:ext>
            </a:extLst>
          </p:cNvPr>
          <p:cNvSpPr/>
          <p:nvPr/>
        </p:nvSpPr>
        <p:spPr>
          <a:xfrm>
            <a:off x="716100" y="1792170"/>
            <a:ext cx="5702892" cy="2679817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/>
          <p:nvPr/>
        </p:nvSpPr>
        <p:spPr>
          <a:xfrm>
            <a:off x="426525" y="483600"/>
            <a:ext cx="8301096" cy="435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</a:t>
            </a:r>
            <a:endParaRPr/>
          </a:p>
        </p:txBody>
      </p:sp>
      <p:sp>
        <p:nvSpPr>
          <p:cNvPr id="114" name="Google Shape;114;p19"/>
          <p:cNvSpPr/>
          <p:nvPr/>
        </p:nvSpPr>
        <p:spPr>
          <a:xfrm>
            <a:off x="541275" y="1289956"/>
            <a:ext cx="8077509" cy="344599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.grid_1-1-1</a:t>
            </a:r>
            <a:endParaRPr/>
          </a:p>
        </p:txBody>
      </p:sp>
      <p:sp>
        <p:nvSpPr>
          <p:cNvPr id="115" name="Google Shape;115;p19"/>
          <p:cNvSpPr/>
          <p:nvPr/>
        </p:nvSpPr>
        <p:spPr>
          <a:xfrm>
            <a:off x="541275" y="810278"/>
            <a:ext cx="8077509" cy="32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h1</a:t>
            </a:r>
            <a:endParaRPr/>
          </a:p>
        </p:txBody>
      </p:sp>
      <p:sp>
        <p:nvSpPr>
          <p:cNvPr id="116" name="Google Shape;116;p19"/>
          <p:cNvSpPr/>
          <p:nvPr/>
        </p:nvSpPr>
        <p:spPr>
          <a:xfrm>
            <a:off x="828400" y="1879400"/>
            <a:ext cx="2349300" cy="2500200"/>
          </a:xfrm>
          <a:prstGeom prst="rect">
            <a:avLst/>
          </a:prstGeom>
          <a:noFill/>
          <a:ln w="2857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</a:t>
            </a:r>
            <a:r>
              <a:rPr lang="en" err="1"/>
              <a:t>flex_col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950625" y="2243274"/>
            <a:ext cx="2096700" cy="1514925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9"/>
          <p:cNvSpPr/>
          <p:nvPr/>
        </p:nvSpPr>
        <p:spPr>
          <a:xfrm>
            <a:off x="3397350" y="1879400"/>
            <a:ext cx="2349300" cy="2500200"/>
          </a:xfrm>
          <a:prstGeom prst="rect">
            <a:avLst/>
          </a:prstGeom>
          <a:noFill/>
          <a:ln w="2857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</a:t>
            </a:r>
            <a:r>
              <a:rPr lang="en" err="1"/>
              <a:t>flex_col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9"/>
          <p:cNvSpPr/>
          <p:nvPr/>
        </p:nvSpPr>
        <p:spPr>
          <a:xfrm>
            <a:off x="3519575" y="2243274"/>
            <a:ext cx="2096700" cy="1515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5966300" y="1879400"/>
            <a:ext cx="2349300" cy="2500200"/>
          </a:xfrm>
          <a:prstGeom prst="rect">
            <a:avLst/>
          </a:prstGeom>
          <a:noFill/>
          <a:ln w="2857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</a:t>
            </a:r>
            <a:r>
              <a:rPr lang="en" err="1"/>
              <a:t>flex_col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9"/>
          <p:cNvSpPr/>
          <p:nvPr/>
        </p:nvSpPr>
        <p:spPr>
          <a:xfrm>
            <a:off x="6088525" y="2243274"/>
            <a:ext cx="2096700" cy="15150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Tekstfelt 13">
            <a:extLst>
              <a:ext uri="{FF2B5EF4-FFF2-40B4-BE49-F238E27FC236}">
                <a16:creationId xmlns:a16="http://schemas.microsoft.com/office/drawing/2014/main" id="{AEC7FF11-F227-4F46-958C-6EF3B199DD3A}"/>
              </a:ext>
            </a:extLst>
          </p:cNvPr>
          <p:cNvSpPr txBox="1"/>
          <p:nvPr/>
        </p:nvSpPr>
        <p:spPr>
          <a:xfrm>
            <a:off x="0" y="0"/>
            <a:ext cx="1845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err="1"/>
              <a:t>komponenter.html</a:t>
            </a:r>
            <a:endParaRPr lang="da-DK"/>
          </a:p>
        </p:txBody>
      </p:sp>
      <p:sp>
        <p:nvSpPr>
          <p:cNvPr id="4" name="Google Shape;102;p18">
            <a:extLst>
              <a:ext uri="{FF2B5EF4-FFF2-40B4-BE49-F238E27FC236}">
                <a16:creationId xmlns:a16="http://schemas.microsoft.com/office/drawing/2014/main" id="{FDC6D493-DEAB-4E4E-C907-213F00CD2CFF}"/>
              </a:ext>
            </a:extLst>
          </p:cNvPr>
          <p:cNvSpPr/>
          <p:nvPr/>
        </p:nvSpPr>
        <p:spPr>
          <a:xfrm>
            <a:off x="6088525" y="3814634"/>
            <a:ext cx="2096700" cy="475936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0070C0"/>
                </a:solidFill>
              </a:rPr>
              <a:t>:last-child</a:t>
            </a:r>
            <a:endParaRPr>
              <a:solidFill>
                <a:srgbClr val="0070C0"/>
              </a:solidFill>
            </a:endParaRPr>
          </a:p>
          <a:p>
            <a:endParaRPr/>
          </a:p>
          <a:p>
            <a:endParaRPr/>
          </a:p>
        </p:txBody>
      </p:sp>
      <p:sp>
        <p:nvSpPr>
          <p:cNvPr id="7" name="Google Shape;102;p18">
            <a:extLst>
              <a:ext uri="{FF2B5EF4-FFF2-40B4-BE49-F238E27FC236}">
                <a16:creationId xmlns:a16="http://schemas.microsoft.com/office/drawing/2014/main" id="{71813DFE-1731-4DA3-767A-B0808D71D98F}"/>
              </a:ext>
            </a:extLst>
          </p:cNvPr>
          <p:cNvSpPr/>
          <p:nvPr/>
        </p:nvSpPr>
        <p:spPr>
          <a:xfrm>
            <a:off x="3528723" y="3814634"/>
            <a:ext cx="2096700" cy="475936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0070C0"/>
                </a:solidFill>
              </a:rPr>
              <a:t>:last-child</a:t>
            </a:r>
            <a:endParaRPr>
              <a:solidFill>
                <a:srgbClr val="0070C0"/>
              </a:solidFill>
            </a:endParaRPr>
          </a:p>
          <a:p>
            <a:endParaRPr/>
          </a:p>
          <a:p>
            <a:endParaRPr/>
          </a:p>
        </p:txBody>
      </p:sp>
      <p:sp>
        <p:nvSpPr>
          <p:cNvPr id="8" name="Google Shape;102;p18">
            <a:extLst>
              <a:ext uri="{FF2B5EF4-FFF2-40B4-BE49-F238E27FC236}">
                <a16:creationId xmlns:a16="http://schemas.microsoft.com/office/drawing/2014/main" id="{588132D7-2FD4-0DF1-A59D-3693E704DC8E}"/>
              </a:ext>
            </a:extLst>
          </p:cNvPr>
          <p:cNvSpPr/>
          <p:nvPr/>
        </p:nvSpPr>
        <p:spPr>
          <a:xfrm>
            <a:off x="940971" y="3832922"/>
            <a:ext cx="2096700" cy="475936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0070C0"/>
                </a:solidFill>
              </a:rPr>
              <a:t>:last-child</a:t>
            </a:r>
            <a:endParaRPr>
              <a:solidFill>
                <a:srgbClr val="0070C0"/>
              </a:solidFill>
            </a:endParaRPr>
          </a:p>
          <a:p>
            <a:endParaRPr/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/>
          <p:nvPr/>
        </p:nvSpPr>
        <p:spPr>
          <a:xfrm>
            <a:off x="426525" y="559800"/>
            <a:ext cx="8301096" cy="4364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</a:t>
            </a:r>
            <a:endParaRPr/>
          </a:p>
        </p:txBody>
      </p:sp>
      <p:sp>
        <p:nvSpPr>
          <p:cNvPr id="130" name="Google Shape;130;p20"/>
          <p:cNvSpPr/>
          <p:nvPr/>
        </p:nvSpPr>
        <p:spPr>
          <a:xfrm>
            <a:off x="623215" y="2009930"/>
            <a:ext cx="7991969" cy="279067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.grid_1-1-1-1</a:t>
            </a:r>
            <a:endParaRPr/>
          </a:p>
        </p:txBody>
      </p:sp>
      <p:sp>
        <p:nvSpPr>
          <p:cNvPr id="11" name="Tekstfelt 10">
            <a:extLst>
              <a:ext uri="{FF2B5EF4-FFF2-40B4-BE49-F238E27FC236}">
                <a16:creationId xmlns:a16="http://schemas.microsoft.com/office/drawing/2014/main" id="{61376683-A7E0-F84D-ADAF-01D3B674B920}"/>
              </a:ext>
            </a:extLst>
          </p:cNvPr>
          <p:cNvSpPr txBox="1"/>
          <p:nvPr/>
        </p:nvSpPr>
        <p:spPr>
          <a:xfrm>
            <a:off x="0" y="0"/>
            <a:ext cx="1845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err="1"/>
              <a:t>galleri.html</a:t>
            </a:r>
            <a:endParaRPr lang="da-DK"/>
          </a:p>
        </p:txBody>
      </p:sp>
      <p:sp>
        <p:nvSpPr>
          <p:cNvPr id="2" name="Google Shape;131;p20">
            <a:extLst>
              <a:ext uri="{FF2B5EF4-FFF2-40B4-BE49-F238E27FC236}">
                <a16:creationId xmlns:a16="http://schemas.microsoft.com/office/drawing/2014/main" id="{C8446A6B-1F0C-9326-DC70-FA0D3BF31C63}"/>
              </a:ext>
            </a:extLst>
          </p:cNvPr>
          <p:cNvSpPr/>
          <p:nvPr/>
        </p:nvSpPr>
        <p:spPr>
          <a:xfrm>
            <a:off x="752170" y="1331187"/>
            <a:ext cx="3623141" cy="38788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30;p20">
            <a:extLst>
              <a:ext uri="{FF2B5EF4-FFF2-40B4-BE49-F238E27FC236}">
                <a16:creationId xmlns:a16="http://schemas.microsoft.com/office/drawing/2014/main" id="{D8BFE0AE-78AF-4E70-2BAC-CD295DA56E92}"/>
              </a:ext>
            </a:extLst>
          </p:cNvPr>
          <p:cNvSpPr/>
          <p:nvPr/>
        </p:nvSpPr>
        <p:spPr>
          <a:xfrm>
            <a:off x="623215" y="935732"/>
            <a:ext cx="7991969" cy="912001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.grid_1-1</a:t>
            </a:r>
            <a:endParaRPr/>
          </a:p>
        </p:txBody>
      </p:sp>
      <p:sp>
        <p:nvSpPr>
          <p:cNvPr id="4" name="Google Shape;131;p20">
            <a:extLst>
              <a:ext uri="{FF2B5EF4-FFF2-40B4-BE49-F238E27FC236}">
                <a16:creationId xmlns:a16="http://schemas.microsoft.com/office/drawing/2014/main" id="{DEAEF61E-4089-6019-95C4-1BB17F20FA4E}"/>
              </a:ext>
            </a:extLst>
          </p:cNvPr>
          <p:cNvSpPr/>
          <p:nvPr/>
        </p:nvSpPr>
        <p:spPr>
          <a:xfrm>
            <a:off x="4572001" y="1328712"/>
            <a:ext cx="3948784" cy="39035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512E62A5F1B640ABC4AB1D2EBE966F" ma:contentTypeVersion="27" ma:contentTypeDescription="Create a new document." ma:contentTypeScope="" ma:versionID="d32dd4fe541e71af5b1088d19d83d9b2">
  <xsd:schema xmlns:xsd="http://www.w3.org/2001/XMLSchema" xmlns:xs="http://www.w3.org/2001/XMLSchema" xmlns:p="http://schemas.microsoft.com/office/2006/metadata/properties" xmlns:ns2="3af58b60-e993-48e0-890e-bb1a81d65877" xmlns:ns3="62bbbebb-5b79-4087-93f7-0b22573ad096" targetNamespace="http://schemas.microsoft.com/office/2006/metadata/properties" ma:root="true" ma:fieldsID="813f848a2aaa7390aaae6d0d2f2d394e" ns2:_="" ns3:_="">
    <xsd:import namespace="3af58b60-e993-48e0-890e-bb1a81d65877"/>
    <xsd:import namespace="62bbbebb-5b79-4087-93f7-0b22573ad0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Jeg_x0020_vil_x0020_meget_x0020_gerne_x0020_arbejde_x0020_sammen_x0020_med_x0020__x0028_skriv_x0020_hele_x0020_navnet_x0029_"/>
                <xsd:element ref="ns2:Mine_x0020_styrker_x0020_er_x003a_"/>
                <xsd:element ref="ns2:Jeg_x0020_vil_x0020_gerne_x0020_blive_x0020_bedre_x0020_til_x003a_" minOccurs="0"/>
                <xsd:element ref="ns2:Arbejdstid"/>
                <xsd:element ref="ns2:Evt_x002e__x0020_kommenta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f58b60-e993-48e0-890e-bb1a81d658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9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4" nillable="true" ma:taxonomy="true" ma:internalName="lcf76f155ced4ddcb4097134ff3c332f" ma:taxonomyFieldName="MediaServiceImageTags" ma:displayName="Billedmærker" ma:readOnly="false" ma:fieldId="{5cf76f15-5ced-4ddc-b409-7134ff3c332f}" ma:taxonomyMulti="true" ma:sspId="61593edc-fe69-4ff2-86d1-67b90c929ed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Jeg_x0020_vil_x0020_meget_x0020_gerne_x0020_arbejde_x0020_sammen_x0020_med_x0020__x0028_skriv_x0020_hele_x0020_navnet_x0029_" ma:index="20" ma:displayName="Jeg vil meget gerne arbejde sammen med (skriv hele navnet)" ma:default="Skriv hele navnet" ma:internalName="Jeg_x0020_vil_x0020_meget_x0020_gerne_x0020_arbejde_x0020_sammen_x0020_med_x0020__x0028_skriv_x0020_hele_x0020_navnet_x0029_">
      <xsd:simpleType>
        <xsd:restriction base="dms:Text">
          <xsd:maxLength value="255"/>
        </xsd:restriction>
      </xsd:simpleType>
    </xsd:element>
    <xsd:element name="Mine_x0020_styrker_x0020_er_x003a_" ma:index="21" ma:displayName="Mine styrker er:" ma:format="Dropdown" ma:internalName="Mine_x0020_styrker_x0020_er_x003a_">
      <xsd:simpleType>
        <xsd:restriction base="dms:Choice">
          <xsd:enumeration value="Design"/>
          <xsd:enumeration value="Content"/>
          <xsd:enumeration value="Kode"/>
        </xsd:restriction>
      </xsd:simpleType>
    </xsd:element>
    <xsd:element name="Jeg_x0020_vil_x0020_gerne_x0020_blive_x0020_bedre_x0020_til_x003a_" ma:index="22" nillable="true" ma:displayName="Jeg vil gerne blive bedre til:" ma:internalName="Jeg_x0020_vil_x0020_gerne_x0020_blive_x0020_bedre_x0020_til_x003a_">
      <xsd:simpleType>
        <xsd:restriction base="dms:Choice">
          <xsd:enumeration value="Design"/>
          <xsd:enumeration value="Content"/>
          <xsd:enumeration value="Kode"/>
        </xsd:restriction>
      </xsd:simpleType>
    </xsd:element>
    <xsd:element name="Arbejdstid" ma:index="23" ma:displayName="Arbejdstid" ma:format="Dropdown" ma:internalName="Arbejdstid">
      <xsd:simpleType>
        <xsd:restriction base="dms:Choice">
          <xsd:enumeration value="Jeg vil arbejde dag og nat på projektet"/>
          <xsd:enumeration value="Jeg vil arbejde i almindelig arbejdstid 8:30 - 15:30"/>
          <xsd:enumeration value="Jeg vil arbejde man - tor 12:15 til 15:30 og tors - fre 8:30 - 11:45, men har sommetider nogle opgaver de andre tidsrum"/>
          <xsd:enumeration value="Jeg har hele dage, hvor jeg er nødt til at arbejde/passe børn/andet"/>
        </xsd:restriction>
      </xsd:simpleType>
    </xsd:element>
    <xsd:element name="Evt_x002e__x0020_kommentar" ma:index="24" nillable="true" ma:displayName="Evt. kommentar" ma:internalName="Evt_x002e__x0020_kommentar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bbebb-5b79-4087-93f7-0b22573ad096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7a08d1e5-5acb-4fc5-a0ed-7ea24379fe34}" ma:internalName="TaxCatchAll" ma:showField="CatchAllData" ma:web="62bbbebb-5b79-4087-93f7-0b22573ad09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7" ma:displayName="Indholds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af58b60-e993-48e0-890e-bb1a81d65877">
      <Terms xmlns="http://schemas.microsoft.com/office/infopath/2007/PartnerControls"/>
    </lcf76f155ced4ddcb4097134ff3c332f>
    <TaxCatchAll xmlns="62bbbebb-5b79-4087-93f7-0b22573ad096" xsi:nil="true"/>
    <Mine_x0020_styrker_x0020_er_x003a_ xmlns="3af58b60-e993-48e0-890e-bb1a81d65877"/>
    <Jeg_x0020_vil_x0020_gerne_x0020_blive_x0020_bedre_x0020_til_x003a_ xmlns="3af58b60-e993-48e0-890e-bb1a81d65877" xsi:nil="true"/>
    <Arbejdstid xmlns="3af58b60-e993-48e0-890e-bb1a81d65877"/>
    <Jeg_x0020_vil_x0020_meget_x0020_gerne_x0020_arbejde_x0020_sammen_x0020_med_x0020__x0028_skriv_x0020_hele_x0020_navnet_x0029_ xmlns="3af58b60-e993-48e0-890e-bb1a81d65877">Skriv hele navnet</Jeg_x0020_vil_x0020_meget_x0020_gerne_x0020_arbejde_x0020_sammen_x0020_med_x0020__x0028_skriv_x0020_hele_x0020_navnet_x0029_>
    <Evt_x002e__x0020_kommentar xmlns="3af58b60-e993-48e0-890e-bb1a81d6587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3F16502-3348-41BC-B97C-AFB1091BD680}"/>
</file>

<file path=customXml/itemProps2.xml><?xml version="1.0" encoding="utf-8"?>
<ds:datastoreItem xmlns:ds="http://schemas.openxmlformats.org/officeDocument/2006/customXml" ds:itemID="{A369547E-0703-4576-97B7-201630039336}">
  <ds:schemaRefs>
    <ds:schemaRef ds:uri="10ee6f9e-d2e1-4635-880f-c613dab5d314"/>
    <ds:schemaRef ds:uri="1152872d-12ac-423b-bc2a-f1a1b183d804"/>
    <ds:schemaRef ds:uri="3af58b60-e993-48e0-890e-bb1a81d65877"/>
    <ds:schemaRef ds:uri="62bbbebb-5b79-4087-93f7-0b22573ad096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7AA68F9-35C6-404C-8F54-66F51628B54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</Words>
  <Application>Microsoft Macintosh PowerPoint</Application>
  <PresentationFormat>Skærmshow (16:9)</PresentationFormat>
  <Paragraphs>46</Paragraphs>
  <Slides>6</Slides>
  <Notes>6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1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6</vt:i4>
      </vt:variant>
    </vt:vector>
  </HeadingPairs>
  <TitlesOfParts>
    <vt:vector size="8" baseType="lpstr">
      <vt:lpstr>Arial</vt:lpstr>
      <vt:lpstr>Simple Light</vt:lpstr>
      <vt:lpstr>Layoutdiagram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Layoutdiagram v2</dc:title>
  <cp:lastModifiedBy>Peter Ulf Jørgensen</cp:lastModifiedBy>
  <cp:revision>1</cp:revision>
  <dcterms:modified xsi:type="dcterms:W3CDTF">2025-08-18T08:48:24Z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0x01010066512E62A5F1B640ABC4AB1D2EBE966F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  <property fmtid="{D5CDD505-2E9C-101B-9397-08002B2CF9AE}" pid="12" name="Order">
    <vt:r8>60100</vt:r8>
  </property>
</Properties>
</file>
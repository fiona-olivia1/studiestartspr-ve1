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799A82-705A-32D2-7A34-A61561C44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F9487CC-3341-8D7C-342B-14177867E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33FB1C5-B56A-9B75-37B7-2241EDDE7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B7440CF-5B3F-419F-B030-F105736A0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4292BC6-05F1-FE23-4971-2963FD6B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4046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46FCAD-9927-3DCD-3D99-63819D539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1486822-BC40-CD94-62C6-3A01E7CB0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2A1E0F1-D7C7-6CAE-584B-21D5A96AC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F7D22EF-8C81-E976-BA8C-0533527C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BD69122-F084-4EEF-9D46-5FBCB3C0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9485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9A96B9-23A1-96CD-F705-3AE64B47A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F5E4192-188F-5EA5-5B47-CD9F44306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2D207A5-FD78-7685-CB6B-07D7462AE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02BE52D-D3C0-10F6-0971-0204CB7A4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9F28F7E-A24B-F3A3-E4F6-3D800337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60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5C6B3-0DD1-2E7F-57AB-D64A795F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934B56-5F10-B624-6491-E9266A7FA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77D668C4-6302-0537-EAB0-E560D1DC1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6C0AC9FD-C512-4C6D-6F7A-01A53202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46E8DDB-1314-E946-68FF-78593B40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F9913E2-A399-D846-1779-B4979F36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3790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0920F-0A4E-AECF-A4B3-58FCF157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1E8F177-7EE3-D6FB-7A4C-9C404D373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32C76B8-C173-B967-66B7-877F20A03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026E9068-F03F-A1F8-4AA3-050AEFE0B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915549DF-4F2A-632D-3AE0-B0E2E8B45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A01A22D-31F4-0BD6-2B75-0534DD8E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BC17A47E-F3B4-A22B-7C89-9BCF5304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319D9B40-60EC-4149-6045-252FCFE9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963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CD897E-3532-B45C-C685-86A791598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3271E76-6B59-BE31-D4E4-900F83D50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AE7EBC1-0D0D-B736-6EC6-72F5AA74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CC9D287-5551-93A3-5ADE-9921ED05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7638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81BE607-432A-9435-7BCC-C3A555C2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6C2B818A-79C8-56A8-3731-1D1F0C20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6BEA1A7-3C84-9F66-C6E3-4B941E72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194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DA2A3E-C55E-6E72-9EBB-5F8A0A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CA4E86B-7729-CF48-B2B2-960177284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44C5EA4-3B97-967C-64EA-1A6696092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7D49597-E20B-AE68-8F56-F74303C1E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D61972C-2B00-AB92-25FB-3EFC63E9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B4AA754-AE66-68A4-F629-38D04653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803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C82B72-B0E2-8B33-9630-5D6E9180F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F7BDA19D-90D9-D1D5-F74D-13BA661CF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F72E34F-17CA-AF69-C11E-F8F706A5D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5218142-FD48-923D-CEEE-55A871A0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1186329-301C-2ACB-50E0-39CDD5170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1F817B2-20F7-9435-5D54-845E04EAE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29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EF0125-0452-CB0D-0409-D32CE4A2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19AA00B-A9AE-0579-76DA-3E850F60E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D3ABDD5-8308-4C65-5F73-DCB02FF7E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802F699-8413-3281-BA78-73F0D58B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2B9D00A-4574-3E1C-1BC1-09C60D535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538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597EAEB4-0C7F-B8FB-793E-71DB29984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51FA9F2-F232-976B-5925-6599C9C71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CDC1BF7-3EC2-0866-4AAF-44071705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D4F118E-C6B4-4EAC-F39A-A996CC5F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030582B-26E6-AC6C-FB83-3F8B6686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571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8610C4BC-7588-9763-E766-5B022D0D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2307AC6-E80B-C0EF-6C26-8E991B33F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7A3AB17-B586-B0B0-58D0-CC9B0231F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3CC0B-354C-475F-98BD-20E446BC0C41}" type="datetimeFigureOut">
              <a:rPr lang="da-DK" smtClean="0"/>
              <a:t>18.08.2025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78B1188-37C5-18DE-F909-19C3FF022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EBFEC2D-A71D-22E0-53DC-E2BEAE90B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43B67-8D82-44D7-8738-9879198E49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720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F915A-AA86-7D4F-01AF-854A2EE0D1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/>
              <a:t>Wireframe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DACAA24-FD53-58BC-3EA9-CC48BD63E7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/>
              <a:t>02.01.02 Website</a:t>
            </a:r>
          </a:p>
        </p:txBody>
      </p:sp>
    </p:spTree>
    <p:extLst>
      <p:ext uri="{BB962C8B-B14F-4D97-AF65-F5344CB8AC3E}">
        <p14:creationId xmlns:p14="http://schemas.microsoft.com/office/powerpoint/2010/main" val="177420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21E254BB-080A-1E35-903B-96E140F82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0" y="852616"/>
            <a:ext cx="1714280" cy="5647039"/>
          </a:xfrm>
          <a:prstGeom prst="rect">
            <a:avLst/>
          </a:prstGeom>
        </p:spPr>
      </p:pic>
      <p:pic>
        <p:nvPicPr>
          <p:cNvPr id="6" name="Billede 5" descr="Et billede, der indeholder diagram, Rektangel, skitse, Plan&#10;&#10;AI-genereret indhold kan være ukorrekt.">
            <a:extLst>
              <a:ext uri="{FF2B5EF4-FFF2-40B4-BE49-F238E27FC236}">
                <a16:creationId xmlns:a16="http://schemas.microsoft.com/office/drawing/2014/main" id="{F3C4D567-2C3B-642E-368D-FA77E616E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897" y="610894"/>
            <a:ext cx="9430808" cy="5969210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AF35B613-8BF0-3B39-FF85-1FCCB9779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80" y="277896"/>
            <a:ext cx="33020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4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01ED99D-1AE1-9CD9-2550-CD1D724CD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248" y="563272"/>
            <a:ext cx="11558954" cy="563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3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61CBDFC-2DD5-50FE-29DA-3842A08D9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4616" y="1139339"/>
            <a:ext cx="9253928" cy="557571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51AEEF5-8D46-AED1-495B-1B5135451A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754" y="729507"/>
            <a:ext cx="3663889" cy="30212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5370AF4-A1BF-019E-9C7A-035CE38E10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754" y="1324708"/>
            <a:ext cx="1256520" cy="539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11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F770995-1261-A516-7A4C-33D894337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97" y="0"/>
            <a:ext cx="10838405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50FC40D-450C-B5F8-2276-B03BBDE4C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258" y="679938"/>
            <a:ext cx="992200" cy="590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50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0566436-FE00-B17B-FAE1-69BB9E7D5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7043" y="0"/>
            <a:ext cx="10137913" cy="6858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7AA0BE4-45F4-4CEE-BACF-45DDA42365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5785" y="679938"/>
            <a:ext cx="1495860" cy="602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98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f58b60-e993-48e0-890e-bb1a81d65877">
      <Terms xmlns="http://schemas.microsoft.com/office/infopath/2007/PartnerControls"/>
    </lcf76f155ced4ddcb4097134ff3c332f>
    <TaxCatchAll xmlns="62bbbebb-5b79-4087-93f7-0b22573ad096" xsi:nil="true"/>
    <Mine_x0020_styrker_x0020_er_x003a_ xmlns="3af58b60-e993-48e0-890e-bb1a81d65877"/>
    <Jeg_x0020_vil_x0020_gerne_x0020_blive_x0020_bedre_x0020_til_x003a_ xmlns="3af58b60-e993-48e0-890e-bb1a81d65877" xsi:nil="true"/>
    <Arbejdstid xmlns="3af58b60-e993-48e0-890e-bb1a81d65877"/>
    <Jeg_x0020_vil_x0020_meget_x0020_gerne_x0020_arbejde_x0020_sammen_x0020_med_x0020__x0028_skriv_x0020_hele_x0020_navnet_x0029_ xmlns="3af58b60-e993-48e0-890e-bb1a81d65877">Skriv hele navnet</Jeg_x0020_vil_x0020_meget_x0020_gerne_x0020_arbejde_x0020_sammen_x0020_med_x0020__x0028_skriv_x0020_hele_x0020_navnet_x0029_>
    <Evt_x002e__x0020_kommentar xmlns="3af58b60-e993-48e0-890e-bb1a81d6587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512E62A5F1B640ABC4AB1D2EBE966F" ma:contentTypeVersion="27" ma:contentTypeDescription="Create a new document." ma:contentTypeScope="" ma:versionID="d32dd4fe541e71af5b1088d19d83d9b2">
  <xsd:schema xmlns:xsd="http://www.w3.org/2001/XMLSchema" xmlns:xs="http://www.w3.org/2001/XMLSchema" xmlns:p="http://schemas.microsoft.com/office/2006/metadata/properties" xmlns:ns2="3af58b60-e993-48e0-890e-bb1a81d65877" xmlns:ns3="62bbbebb-5b79-4087-93f7-0b22573ad096" targetNamespace="http://schemas.microsoft.com/office/2006/metadata/properties" ma:root="true" ma:fieldsID="813f848a2aaa7390aaae6d0d2f2d394e" ns2:_="" ns3:_="">
    <xsd:import namespace="3af58b60-e993-48e0-890e-bb1a81d65877"/>
    <xsd:import namespace="62bbbebb-5b79-4087-93f7-0b22573ad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Jeg_x0020_vil_x0020_meget_x0020_gerne_x0020_arbejde_x0020_sammen_x0020_med_x0020__x0028_skriv_x0020_hele_x0020_navnet_x0029_"/>
                <xsd:element ref="ns2:Mine_x0020_styrker_x0020_er_x003a_"/>
                <xsd:element ref="ns2:Jeg_x0020_vil_x0020_gerne_x0020_blive_x0020_bedre_x0020_til_x003a_" minOccurs="0"/>
                <xsd:element ref="ns2:Arbejdstid"/>
                <xsd:element ref="ns2:Evt_x002e__x0020_kommenta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f58b60-e993-48e0-890e-bb1a81d658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9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Billedmærker" ma:readOnly="false" ma:fieldId="{5cf76f15-5ced-4ddc-b409-7134ff3c332f}" ma:taxonomyMulti="true" ma:sspId="61593edc-fe69-4ff2-86d1-67b90c929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Jeg_x0020_vil_x0020_meget_x0020_gerne_x0020_arbejde_x0020_sammen_x0020_med_x0020__x0028_skriv_x0020_hele_x0020_navnet_x0029_" ma:index="20" ma:displayName="Jeg vil meget gerne arbejde sammen med (skriv hele navnet)" ma:default="Skriv hele navnet" ma:internalName="Jeg_x0020_vil_x0020_meget_x0020_gerne_x0020_arbejde_x0020_sammen_x0020_med_x0020__x0028_skriv_x0020_hele_x0020_navnet_x0029_">
      <xsd:simpleType>
        <xsd:restriction base="dms:Text">
          <xsd:maxLength value="255"/>
        </xsd:restriction>
      </xsd:simpleType>
    </xsd:element>
    <xsd:element name="Mine_x0020_styrker_x0020_er_x003a_" ma:index="21" ma:displayName="Mine styrker er:" ma:format="Dropdown" ma:internalName="Mine_x0020_styrker_x0020_er_x003a_">
      <xsd:simpleType>
        <xsd:restriction base="dms:Choice">
          <xsd:enumeration value="Design"/>
          <xsd:enumeration value="Content"/>
          <xsd:enumeration value="Kode"/>
        </xsd:restriction>
      </xsd:simpleType>
    </xsd:element>
    <xsd:element name="Jeg_x0020_vil_x0020_gerne_x0020_blive_x0020_bedre_x0020_til_x003a_" ma:index="22" nillable="true" ma:displayName="Jeg vil gerne blive bedre til:" ma:internalName="Jeg_x0020_vil_x0020_gerne_x0020_blive_x0020_bedre_x0020_til_x003a_">
      <xsd:simpleType>
        <xsd:restriction base="dms:Choice">
          <xsd:enumeration value="Design"/>
          <xsd:enumeration value="Content"/>
          <xsd:enumeration value="Kode"/>
        </xsd:restriction>
      </xsd:simpleType>
    </xsd:element>
    <xsd:element name="Arbejdstid" ma:index="23" ma:displayName="Arbejdstid" ma:format="Dropdown" ma:internalName="Arbejdstid">
      <xsd:simpleType>
        <xsd:restriction base="dms:Choice">
          <xsd:enumeration value="Jeg vil arbejde dag og nat på projektet"/>
          <xsd:enumeration value="Jeg vil arbejde i almindelig arbejdstid 8:30 - 15:30"/>
          <xsd:enumeration value="Jeg vil arbejde man - tor 12:15 til 15:30 og tors - fre 8:30 - 11:45, men har sommetider nogle opgaver de andre tidsrum"/>
          <xsd:enumeration value="Jeg har hele dage, hvor jeg er nødt til at arbejde/passe børn/andet"/>
        </xsd:restriction>
      </xsd:simpleType>
    </xsd:element>
    <xsd:element name="Evt_x002e__x0020_kommentar" ma:index="24" nillable="true" ma:displayName="Evt. kommentar" ma:internalName="Evt_x002e__x0020_kommentar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bbebb-5b79-4087-93f7-0b22573ad09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7a08d1e5-5acb-4fc5-a0ed-7ea24379fe34}" ma:internalName="TaxCatchAll" ma:showField="CatchAllData" ma:web="62bbbebb-5b79-4087-93f7-0b22573ad0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Indholds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AAF1CF-B36F-47CE-9F43-C5BA2B38B5AB}">
  <ds:schemaRefs>
    <ds:schemaRef ds:uri="10ee6f9e-d2e1-4635-880f-c613dab5d314"/>
    <ds:schemaRef ds:uri="1152872d-12ac-423b-bc2a-f1a1b183d804"/>
    <ds:schemaRef ds:uri="3af58b60-e993-48e0-890e-bb1a81d65877"/>
    <ds:schemaRef ds:uri="62bbbebb-5b79-4087-93f7-0b22573ad096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D6714A-0C2D-4EEA-9D15-D64C55590F2B}"/>
</file>

<file path=customXml/itemProps3.xml><?xml version="1.0" encoding="utf-8"?>
<ds:datastoreItem xmlns:ds="http://schemas.openxmlformats.org/officeDocument/2006/customXml" ds:itemID="{141A6085-A205-42D3-988D-5394CAD261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Office-tema</vt:lpstr>
      <vt:lpstr>Wireframe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Wireframe</dc:title>
  <dc:creator>Mikkel Nielsen</dc:creator>
  <cp:lastModifiedBy>Peter Ulf Jørgensen</cp:lastModifiedBy>
  <cp:revision>1</cp:revision>
  <dcterms:created xsi:type="dcterms:W3CDTF">2022-08-16T07:45:07Z</dcterms:created>
  <dcterms:modified xsi:type="dcterms:W3CDTF">2025-08-18T08:49:01Z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0x01010066512E62A5F1B640ABC4AB1D2EBE966F</vt:lpwstr>
  </property>
  <property fmtid="{D5CDD505-2E9C-101B-9397-08002B2CF9AE}" pid="3" name="Order">
    <vt:r8>16000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